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Assets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Web</c:v>
                  </c:pt>
                  <c:pt idx="1">
                    <c:v>AI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note proves that speaker notes survive the export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/>
          <p:nvPr/>
        </p:nvSpPr>
        <p:spPr>
          <a:xfrm>
            <a:off x="731520" y="548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b="1" dirty="0">
                <a:solidFill>
                  <a:srgbClr val="171923"/>
                </a:solidFill>
              </a:rPr>
              <a:t>AI PPT export pipeline</a:t>
            </a:r>
            <a:endParaRPr lang="zh-CN" sz="2700" dirty="0"/>
          </a:p>
        </p:txBody>
      </p:sp>
      <p:sp>
        <p:nvSpPr>
          <p:cNvPr id="4" name="Animated card"/>
          <p:cNvSpPr/>
          <p:nvPr/>
        </p:nvSpPr>
        <p:spPr>
          <a:xfrm>
            <a:off x="731520" y="1463040"/>
            <a:ext cx="3108960" cy="1371600"/>
          </a:xfrm>
          <a:prstGeom prst="roundRect">
            <a:avLst/>
          </a:prstGeom>
          <a:solidFill>
            <a:srgbClr val="7657FF"/>
          </a:solidFill>
          <a:ln w="12700">
            <a:solidFill>
              <a:srgbClr val="7657FF"/>
            </a:solidFill>
            <a:prstDash val="solid"/>
          </a:ln>
        </p:spPr>
      </p:sp>
      <p:pic>
        <p:nvPicPr>
          <p:cNvPr id="5" name="Source image" descr="Validated PNG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463040"/>
            <a:ext cx="1463040" cy="1371600"/>
          </a:xfrm>
          <a:prstGeom prst="rect">
            <a:avLst/>
          </a:prstGeom>
        </p:spPr>
      </p:pic>
      <p:graphicFrame>
        <p:nvGraphicFramePr>
          <p:cNvPr id="2" name="Researc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91840"/>
          <a:ext cx="4206240" cy="14630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6"/>
                          </a:solidFill>
                        </a:rPr>
                        <a:t>Asset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6"/>
                          </a:solidFill>
                        </a:rPr>
                        <a:t>Minimum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6"/>
                          </a:solidFill>
                        </a:rPr>
                        <a:t>Web images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6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6"/>
                          </a:solidFill>
                        </a:rPr>
                        <a:t>AI images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6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Asset chart" descr=""/>
          <p:cNvGraphicFramePr/>
          <p:nvPr/>
        </p:nvGraphicFramePr>
        <p:xfrm>
          <a:off x="5577840" y="2926080"/>
          <a:ext cx="5212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PPT pipeline smoke test</dc:title>
  <dc:subject>AI-generated presentation</dc:subject>
  <dc:creator>AI Agent</dc:creator>
  <cp:lastModifiedBy>AI Agent</cp:lastModifiedBy>
  <cp:revision>1</cp:revision>
  <dcterms:created xsi:type="dcterms:W3CDTF">2026-08-24T13:21:12Z</dcterms:created>
  <dcterms:modified xsi:type="dcterms:W3CDTF">2026-08-24T13:21:12Z</dcterms:modified>
</cp:coreProperties>
</file>